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IDAES (CHEMICAL_PRODUCTION)</a:t>
            </a:r>
          </a:p>
          <a:p>
            <a:r>
              <a:t>Upstream: https://github.com/IDAES/idaes-pse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IDAES is an Anticloud FZ LLE integration of Process system engineering for chemicals,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BSD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CHEMICAL_PRODUCTION.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