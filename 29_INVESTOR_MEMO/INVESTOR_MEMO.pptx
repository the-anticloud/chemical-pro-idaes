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IDAES | Category: CHEMICAL_PRODUCTION</a:t>
            </a:r>
          </a:p>
          <a:p>
            <a:r>
              <a:t>Upstream: https://github.com/IDAES/idaes-pse (BSD)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Process system engineering for chemicals without data egress. Cloud-hosted alternatives leak data by architecture; Anticloud FZ LLE delivers IDAES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IDAES (https://github.com/IDAES/idaes-pse, BSD)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CHEMICAL_PRODUCTION;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